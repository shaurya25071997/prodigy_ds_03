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57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41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23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390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49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63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97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5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97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70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70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5602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06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025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74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275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14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497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Marketing Prediction using Decision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Prodigy Infotech Task-03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Predict whether a customer will subscribe to a term deposit.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bank-full.csv</a:t>
            </a:r>
          </a:p>
          <a:p>
            <a:pPr>
              <a:defRPr sz="2200"/>
            </a:pPr>
            <a:r>
              <a:t>45,211 rows, 17 columns</a:t>
            </a:r>
          </a:p>
          <a:p>
            <a:pPr>
              <a:defRPr sz="2200"/>
            </a:pPr>
            <a:r>
              <a:t>Target: y (yes/no)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 Loading</a:t>
            </a:r>
          </a:p>
          <a:p>
            <a:pPr>
              <a:defRPr sz="2200"/>
            </a:pPr>
            <a:r>
              <a:t>Cleaning</a:t>
            </a:r>
          </a:p>
          <a:p>
            <a:pPr>
              <a:defRPr sz="2200"/>
            </a:pPr>
            <a:r>
              <a:t>EDA</a:t>
            </a:r>
          </a:p>
          <a:p>
            <a:pPr>
              <a:defRPr sz="2200"/>
            </a:pPr>
            <a:r>
              <a:t>Feature Engineering</a:t>
            </a:r>
          </a:p>
          <a:p>
            <a:pPr>
              <a:defRPr sz="2200"/>
            </a:pPr>
            <a:r>
              <a:t>Model Building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Age, Job, Education, Balance, Campaign, Month, Contact Method, Target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Handled duplicates/unknowns</a:t>
            </a:r>
          </a:p>
          <a:p>
            <a:pPr>
              <a:defRPr sz="2200"/>
            </a:pPr>
            <a:r>
              <a:t>One-hot encoding</a:t>
            </a:r>
          </a:p>
          <a:p>
            <a:pPr>
              <a:defRPr sz="2200"/>
            </a:pPr>
            <a:r>
              <a:t>Train/Test split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Classifier trained and evaluated with confusion matrix, ROC-AUC and feature importance.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Compared Decision Tree with other classifiers to identify the best performer.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</a:t>
            </a:r>
          </a:p>
          <a:p>
            <a:pPr>
              <a:defRPr sz="2200"/>
            </a:pPr>
            <a:r>
              <a:t>Precision</a:t>
            </a:r>
          </a:p>
          <a:p>
            <a:pPr>
              <a:defRPr sz="2200"/>
            </a:pPr>
            <a:r>
              <a:t>Recall</a:t>
            </a:r>
          </a:p>
          <a:p>
            <a:pPr>
              <a:defRPr sz="2200"/>
            </a:pPr>
            <a:r>
              <a:t>F1-score</a:t>
            </a:r>
          </a:p>
          <a:p>
            <a:pPr>
              <a:defRPr sz="2200"/>
            </a:pPr>
            <a:r>
              <a:t>(Replace with your actual values)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Built an end-to-end ML pipeline for customer subscription prediction.</a:t>
            </a:r>
          </a:p>
          <a:p>
            <a:pPr>
              <a:defRPr sz="2200"/>
            </a:pPr>
            <a:r>
              <a:t>GitHub-ready project.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</TotalTime>
  <Words>134</Words>
  <Application>Microsoft Office PowerPoint</Application>
  <PresentationFormat>On-screen Show (4:3)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Rockwell</vt:lpstr>
      <vt:lpstr>Damask</vt:lpstr>
      <vt:lpstr>Bank Marketing Prediction using Decision Tree</vt:lpstr>
      <vt:lpstr>Problem Statement</vt:lpstr>
      <vt:lpstr>Dataset</vt:lpstr>
      <vt:lpstr>Workflow</vt:lpstr>
      <vt:lpstr>EDA Highlights</vt:lpstr>
      <vt:lpstr>Preprocessing</vt:lpstr>
      <vt:lpstr>Decision Tree Model</vt:lpstr>
      <vt:lpstr>Model Comparison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Shaurya Tiwari</cp:lastModifiedBy>
  <cp:revision>2</cp:revision>
  <dcterms:created xsi:type="dcterms:W3CDTF">2013-01-27T09:14:16Z</dcterms:created>
  <dcterms:modified xsi:type="dcterms:W3CDTF">2026-07-29T16:18:34Z</dcterms:modified>
  <cp:category/>
</cp:coreProperties>
</file>